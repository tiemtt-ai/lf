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LearnForge Office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DOCUMENT_ACCEPTANCE_ALPHA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